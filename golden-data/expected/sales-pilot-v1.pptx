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本页声明单样本覆盖边界。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指标由授权 XLSX 来源确定性复算。
Evidence: ev-pilot-task-total, ev-pilot-current-total, ev-pilot-prior-total, ev-pilot-performance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仅显示 deterministic aliases，不包含真实姓名。
Evidence: ev-pilot-current-total, ev-pilot-prior-total, ev-pilot-performance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该结论仅用于单样本回归，不扩大为业务质量认证。
Evidence: ev-pilot-performance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.operating-review.v1:title">
    <p:bg>
      <p:bgPr>
        <a:solidFill>
          <a:srgbClr val="FB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B1E1E"/>
          </a:solidFill>
          <a:ln w="12700">
            <a:solidFill>
              <a:srgbClr val="8B1E1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914400" y="1645920"/>
            <a:ext cx="10360152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1143000"/>
            <a:ext cx="10744200" cy="5212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2B21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1"/>
          <p:cNvSpPr/>
          <p:nvPr/>
        </p:nvSpPr>
        <p:spPr>
          <a:xfrm>
            <a:off x="731520" y="65105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6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Operating Review · Office AI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D6C6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.operating-review.v1:content">
    <p:bg>
      <p:bgPr>
        <a:solidFill>
          <a:srgbClr val="FB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B1E1E"/>
          </a:solidFill>
          <a:ln w="12700">
            <a:solidFill>
              <a:srgbClr val="8B1E1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320040"/>
            <a:ext cx="107442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1143000"/>
            <a:ext cx="10744200" cy="5212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2B21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1"/>
          <p:cNvSpPr/>
          <p:nvPr/>
        </p:nvSpPr>
        <p:spPr>
          <a:xfrm>
            <a:off x="731520" y="65105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6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Operating Review · Office AI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D6C6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.operating-review.v1:section">
    <p:bg>
      <p:bgPr>
        <a:solidFill>
          <a:srgbClr val="FB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B1E1E"/>
          </a:solidFill>
          <a:ln w="12700">
            <a:solidFill>
              <a:srgbClr val="8B1E1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914400" y="1645920"/>
            <a:ext cx="10360152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1143000"/>
            <a:ext cx="10744200" cy="5212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2B21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1"/>
          <p:cNvSpPr/>
          <p:nvPr/>
        </p:nvSpPr>
        <p:spPr>
          <a:xfrm>
            <a:off x="731520" y="65105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6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Operating Review · Office AI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D6C6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.operating-review.v1:closing">
    <p:bg>
      <p:bgPr>
        <a:solidFill>
          <a:srgbClr val="FB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B1E1E"/>
          </a:solidFill>
          <a:ln w="12700">
            <a:solidFill>
              <a:srgbClr val="8B1E1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914400" y="1645920"/>
            <a:ext cx="10360152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1143000"/>
            <a:ext cx="10744200" cy="5212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2B21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1"/>
          <p:cNvSpPr/>
          <p:nvPr/>
        </p:nvSpPr>
        <p:spPr>
          <a:xfrm>
            <a:off x="731520" y="65105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6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Operating Review · Office AI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D6C6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D6C6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914400" y="1645920"/>
            <a:ext cx="103601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上半年销售经营 Pilot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88720" y="3063240"/>
            <a:ext cx="9811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7D6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1/10 授权脱敏样本 · 确定性回归</a:t>
            </a:r>
            <a:endParaRPr lang="en-US" sz="1800" dirty="0"/>
          </a:p>
        </p:txBody>
      </p:sp>
      <p:sp>
        <p:nvSpPr>
          <p:cNvPr id="5" name="Text 1"/>
          <p:cNvSpPr/>
          <p:nvPr>
            <p:ph idx="102" type="body" hasCustomPrompt="1"/>
          </p:nvPr>
        </p:nvSpPr>
        <p:spPr>
          <a:xfrm>
            <a:off x="731520" y="1143000"/>
            <a:ext cx="10744200" cy="5212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D6C6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320040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核心经营指标</a:t>
            </a:r>
            <a:endParaRPr lang="en-US" sz="2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34440"/>
          <a:ext cx="5029200" cy="3383280"/>
        </p:xfrm>
        <a:graphic>
          <a:graphicData uri="http://schemas.openxmlformats.org/drawingml/2006/table">
            <a:tbl>
              <a:tblPr/>
              <a:tblGrid>
                <a:gridCol w="2514600"/>
                <a:gridCol w="2514600"/>
              </a:tblGrid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结果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1E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1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任务总量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1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125250.74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1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本期出货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1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119692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6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1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上年同期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1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104383.6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1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完成率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1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95.6%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6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1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1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14.7%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126480" y="1417320"/>
            <a:ext cx="49377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B21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总体完成率 95.6%，同比 14.7%。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31520" y="614476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D6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</a:t>
            </a:r>
            <a:endParaRPr lang="en-US" sz="800" dirty="0"/>
          </a:p>
        </p:txBody>
      </p:sp>
      <p:sp>
        <p:nvSpPr>
          <p:cNvPr id="7" name="Text 1"/>
          <p:cNvSpPr/>
          <p:nvPr>
            <p:ph idx="102" type="body" hasCustomPrompt="1"/>
          </p:nvPr>
        </p:nvSpPr>
        <p:spPr>
          <a:xfrm>
            <a:off x="731520" y="1143000"/>
            <a:ext cx="10744200" cy="5212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D6C6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320040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业务员表现对比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34440"/>
          <a:ext cx="10698480" cy="4389120"/>
        </p:xfrm>
        <a:graphic>
          <a:graphicData uri="http://schemas.openxmlformats.org/drawingml/2006/table">
            <a:tbl>
              <a:tblPr/>
              <a:tblGrid>
                <a:gridCol w="3566160"/>
                <a:gridCol w="3566160"/>
                <a:gridCol w="35661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本期出货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上年同期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1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销售员003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1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7624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1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8251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1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销售员004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1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6556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1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6823.5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1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销售员002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1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6676.5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1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5776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1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销售员001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1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8850.5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1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7142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1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销售员006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1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13438.2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1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11588.8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1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销售员005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1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16700.8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1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12610.5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1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销售员007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1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59846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1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52191.8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614476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D6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</a:t>
            </a:r>
            <a:endParaRPr lang="en-US" sz="800" dirty="0"/>
          </a:p>
        </p:txBody>
      </p:sp>
      <p:sp>
        <p:nvSpPr>
          <p:cNvPr id="6" name="Text 1"/>
          <p:cNvSpPr/>
          <p:nvPr>
            <p:ph idx="102" type="body" hasCustomPrompt="1"/>
          </p:nvPr>
        </p:nvSpPr>
        <p:spPr>
          <a:xfrm>
            <a:off x="731520" y="1143000"/>
            <a:ext cx="10744200" cy="5212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D6C6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914400" y="1645920"/>
            <a:ext cx="103601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下一步措施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97280" y="2926080"/>
            <a:ext cx="996696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B21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保持月度复盘，优先跟踪完成率与同比偏差；补充样本前不扩大质量结论。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539496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D6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</a:t>
            </a:r>
            <a:endParaRPr lang="en-US" sz="800" dirty="0"/>
          </a:p>
        </p:txBody>
      </p:sp>
      <p:sp>
        <p:nvSpPr>
          <p:cNvPr id="6" name="Text 1"/>
          <p:cNvSpPr/>
          <p:nvPr>
            <p:ph idx="102" type="body" hasCustomPrompt="1"/>
          </p:nvPr>
        </p:nvSpPr>
        <p:spPr>
          <a:xfrm>
            <a:off x="731520" y="1143000"/>
            <a:ext cx="10744200" cy="5212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D6C6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Office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上半年销售经营 Pilot</dc:title>
  <dc:subject>授权脱敏单样本黄金回归</dc:subject>
  <dc:creator>Office AI</dc:creator>
  <cp:lastModifiedBy>Office AI</cp:lastModifiedBy>
  <cp:revision>1</cp:revision>
  <dcterms:created xsi:type="dcterms:W3CDTF">2026-07-28T14:35:54Z</dcterms:created>
  <dcterms:modified xsi:type="dcterms:W3CDTF">2026-07-28T14:35:54Z</dcterms:modified>
</cp:coreProperties>
</file>